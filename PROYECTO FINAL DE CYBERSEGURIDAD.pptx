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11E345-040B-47F0-9F44-C01B03FDD1D7}">
  <a:tblStyle styleId="{D711E345-040B-47F0-9F44-C01B03FDD1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004" autoAdjust="0"/>
  </p:normalViewPr>
  <p:slideViewPr>
    <p:cSldViewPr snapToGrid="0">
      <p:cViewPr>
        <p:scale>
          <a:sx n="88" d="100"/>
          <a:sy n="88" d="100"/>
        </p:scale>
        <p:origin x="87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8ff6a93cb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8ff6a93cb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ff6a93cb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8ff6a93cb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8ff6a93cb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8ff6a93cb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8ff6a93cb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8ff6a93cb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ff6a93cb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8ff6a93cb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ff6a93cb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8ff6a93cb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8ff6a93cb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8ff6a93cb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8ff6a93cb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8ff6a93cb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8ff6a93cb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8ff6a93cb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070200" y="971225"/>
            <a:ext cx="6073800" cy="3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PROYECTO FINAL DE CYBERSEGURIDAD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77"/>
              <a:t>Análisis Forense, Explotación y Hardening de un Sistema Debian</a:t>
            </a:r>
            <a:endParaRPr sz="27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s"/>
            </a:b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118275" y="3857625"/>
            <a:ext cx="4095000" cy="10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Autor: Romario Borja Jimenez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Fecha: 18 de Febrero 2026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85150" y="410375"/>
            <a:ext cx="60570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ÍNDICE DE LA PRESENTACIÓN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77825" y="1203875"/>
            <a:ext cx="81531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Introducción y objetivos del proyecto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Fase I: Análisis Forense Inicial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Fase II: Red Team (Explotación)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Fase II: Blue Team (Corrección)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Fase III: Arquitectura de red propuesta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Fase III: Plan de incidentes y SGSI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AutoNum type="arabicPeriod"/>
            </a:pPr>
            <a:r>
              <a:rPr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INTRODUCCIÓN Y OBJETIVOS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275" y="393737"/>
            <a:ext cx="2115900" cy="11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5275" y="1720650"/>
            <a:ext cx="2115900" cy="108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218475" y="2571750"/>
            <a:ext cx="65868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Objetivos del proyecto: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s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Realizar un análisis forense del sistema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s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Detectar y explotar vulnerabilidades de forma controlada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s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Corregir las vulnerabilidades encontradas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s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Proponer mejoras de seguridad a largo plazo</a:t>
            </a:r>
            <a:endParaRPr sz="1100"/>
          </a:p>
        </p:txBody>
      </p:sp>
      <p:sp>
        <p:nvSpPr>
          <p:cNvPr id="150" name="Google Shape;150;p15"/>
          <p:cNvSpPr txBox="1"/>
          <p:nvPr/>
        </p:nvSpPr>
        <p:spPr>
          <a:xfrm>
            <a:off x="1297500" y="1254375"/>
            <a:ext cx="523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General: Evaluar y mejorar su seguridad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309500" y="537600"/>
            <a:ext cx="8064000" cy="10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FASE I: ANÁLISIS FORENSE INICIAL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284550" y="1625400"/>
            <a:ext cx="85749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Metodología: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Adquisición de imagen forense con dd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Análisis con Autopsy / The Sleuth Kit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Revisión de: logs, bash_history, configuraciones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¿Qué buscamos?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Evidencias de compromiso previo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Vulnerabilidades en la configuración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Malas prácticas de seguridad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l="34844" t="49836" r="33767" b="13904"/>
          <a:stretch/>
        </p:blipFill>
        <p:spPr>
          <a:xfrm>
            <a:off x="6707125" y="864100"/>
            <a:ext cx="2242575" cy="186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782700" y="270125"/>
            <a:ext cx="7817100" cy="9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u="sng"/>
              <a:t>PRINCIPALES HALLAZGOS (FASE I)</a:t>
            </a:r>
            <a:endParaRPr sz="2600" b="1" u="sng"/>
          </a:p>
        </p:txBody>
      </p:sp>
      <p:graphicFrame>
        <p:nvGraphicFramePr>
          <p:cNvPr id="163" name="Google Shape;163;p17"/>
          <p:cNvGraphicFramePr/>
          <p:nvPr/>
        </p:nvGraphicFramePr>
        <p:xfrm>
          <a:off x="952500" y="1542275"/>
          <a:ext cx="5470425" cy="2407770"/>
        </p:xfrm>
        <a:graphic>
          <a:graphicData uri="http://schemas.openxmlformats.org/drawingml/2006/table">
            <a:tbl>
              <a:tblPr>
                <a:noFill/>
                <a:tableStyleId>{D711E345-040B-47F0-9F44-C01B03FDD1D7}</a:tableStyleId>
              </a:tblPr>
              <a:tblGrid>
                <a:gridCol w="182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solidFill>
                            <a:schemeClr val="lt1"/>
                          </a:solidFill>
                        </a:rPr>
                        <a:t>Vulnerabilidad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solidFill>
                            <a:schemeClr val="lt1"/>
                          </a:solidFill>
                        </a:rPr>
                        <a:t>Descripción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solidFill>
                            <a:schemeClr val="lt1"/>
                          </a:solidFill>
                        </a:rPr>
                        <a:t>Impacto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Credenciales expuestas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DB_PASSWORD = '123456' en wp-config.php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CRÍTICO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PHP inseguro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allow_url_fopen = On, disable_functions vacío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ALTO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Logs eliminados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/var/log//auth.log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ALTO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Servicios expuestos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FTP, SSH sin hardening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ALTO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7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FASE II: RED TEAM - EXPLOTACIÓN</a:t>
            </a:r>
            <a:endParaRPr sz="2500" b="1" u="sng"/>
          </a:p>
        </p:txBody>
      </p:sp>
      <p:sp>
        <p:nvSpPr>
          <p:cNvPr id="169" name="Google Shape;169;p18"/>
          <p:cNvSpPr txBox="1">
            <a:spLocks noGrp="1"/>
          </p:cNvSpPr>
          <p:nvPr>
            <p:ph type="body" idx="1"/>
          </p:nvPr>
        </p:nvSpPr>
        <p:spPr>
          <a:xfrm>
            <a:off x="1297500" y="2077975"/>
            <a:ext cx="3403200" cy="24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1. FTP (CVE-2021-30047)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- Exploit 49719.py → Denegación de Servicio (DoS)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/>
              <a:t>2. SSH - Credenciales débiles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- Ataque de fuerza bruta con Metasploit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  - Usuario 'debian' con contraseña '123456'</a:t>
            </a:r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body" idx="2"/>
          </p:nvPr>
        </p:nvSpPr>
        <p:spPr>
          <a:xfrm>
            <a:off x="5221250" y="2077975"/>
            <a:ext cx="3403200" cy="20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3. Sudo sin restricciones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- El usuario tenía permisos totales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- Escalada inmediata a root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RESULTADO: Acceso root al sistema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352100" y="1172850"/>
            <a:ext cx="64398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87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Vulnerabilidades explotadas: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FASE II: BLUE TEAM - CORRECCIONES</a:t>
            </a:r>
            <a:endParaRPr b="1" u="sng"/>
          </a:p>
        </p:txBody>
      </p:sp>
      <p:graphicFrame>
        <p:nvGraphicFramePr>
          <p:cNvPr id="177" name="Google Shape;177;p19"/>
          <p:cNvGraphicFramePr/>
          <p:nvPr/>
        </p:nvGraphicFramePr>
        <p:xfrm>
          <a:off x="952500" y="1428750"/>
          <a:ext cx="7239000" cy="2590620"/>
        </p:xfrm>
        <a:graphic>
          <a:graphicData uri="http://schemas.openxmlformats.org/drawingml/2006/table">
            <a:tbl>
              <a:tblPr>
                <a:noFill/>
                <a:tableStyleId>{D711E345-040B-47F0-9F44-C01B03FDD1D7}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solidFill>
                            <a:schemeClr val="lt1"/>
                          </a:solidFill>
                        </a:rPr>
                        <a:t>Vulnerabilidad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solidFill>
                            <a:schemeClr val="lt1"/>
                          </a:solidFill>
                        </a:rPr>
                        <a:t>Corrección aplicada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FTP DoS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Servicio deshabilitado (no era necesario)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SSH - Credenciales débiles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Contraseña cambiada + SSH reforzado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Sudo sin restricciones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Sudoers restringido (mínimo privilegio)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Credenciales WordPress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Contraseña DB cambiada + claves nuevas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PHP inseguro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Endurecimiento: allow_url_fopen=Off, disable_functions configurado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FASE III: ARQUITECTURA DE RED PROPUESTA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13200" y="3949675"/>
            <a:ext cx="4258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Beneficios: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>
                <a:solidFill>
                  <a:schemeClr val="lt1"/>
                </a:solidFill>
              </a:rPr>
              <a:t>Aislamiento del servidor público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>
                <a:solidFill>
                  <a:schemeClr val="lt1"/>
                </a:solidFill>
              </a:rPr>
              <a:t>Acceso SSH solo desde red privada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>
                <a:solidFill>
                  <a:schemeClr val="lt1"/>
                </a:solidFill>
              </a:rPr>
              <a:t>Menor superficie de ataque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4" name="Google Shape;184;p20" title="DiagramaRedActualProy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900" y="1307850"/>
            <a:ext cx="2232025" cy="26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title="DiagramaRedPropuestoProyec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550" y="1262100"/>
            <a:ext cx="2546700" cy="26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>
            <a:spLocks noGrp="1"/>
          </p:cNvSpPr>
          <p:nvPr>
            <p:ph type="title"/>
          </p:nvPr>
        </p:nvSpPr>
        <p:spPr>
          <a:xfrm>
            <a:off x="2211013" y="937525"/>
            <a:ext cx="13698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Red Actual</a:t>
            </a:r>
            <a:endParaRPr sz="1700"/>
          </a:p>
        </p:txBody>
      </p:sp>
      <p:sp>
        <p:nvSpPr>
          <p:cNvPr id="187" name="Google Shape;187;p20"/>
          <p:cNvSpPr txBox="1">
            <a:spLocks noGrp="1"/>
          </p:cNvSpPr>
          <p:nvPr>
            <p:ph type="title"/>
          </p:nvPr>
        </p:nvSpPr>
        <p:spPr>
          <a:xfrm>
            <a:off x="5723605" y="896377"/>
            <a:ext cx="18666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Red Propuesta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FASE III: PLAN DE INCIDENTES Y SGSI</a:t>
            </a:r>
            <a:endParaRPr b="1" u="sng"/>
          </a:p>
        </p:txBody>
      </p:sp>
      <p:sp>
        <p:nvSpPr>
          <p:cNvPr id="193" name="Google Shape;19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Plan de respuesta a incidentes (NIST):</a:t>
            </a:r>
            <a:endParaRPr sz="1500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 Preparación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 Detección y análisis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 Contención, erradicación, recuperación</a:t>
            </a:r>
            <a:endParaRPr sz="15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500"/>
              <a:t> Post-incidente (lecciones ap</a:t>
            </a:r>
            <a:r>
              <a:rPr lang="es"/>
              <a:t>rendidas)</a:t>
            </a:r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SGSI básico (ISO 27001):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- 32 controles implementados (65%)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- Evaluación de riesgos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- Política de seguridad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- Medidas DLP (prevención de pérdida de datos)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Ejemplos DLP: cifrado de disco, backups, control de accesos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u="sng"/>
              <a:t>CONCLUSIONES DEL PROYECTO</a:t>
            </a:r>
            <a:endParaRPr b="1" u="sng"/>
          </a:p>
        </p:txBody>
      </p:sp>
      <p:sp>
        <p:nvSpPr>
          <p:cNvPr id="200" name="Google Shape;200;p22"/>
          <p:cNvSpPr txBox="1">
            <a:spLocks noGrp="1"/>
          </p:cNvSpPr>
          <p:nvPr>
            <p:ph type="body" idx="1"/>
          </p:nvPr>
        </p:nvSpPr>
        <p:spPr>
          <a:xfrm>
            <a:off x="1297500" y="930900"/>
            <a:ext cx="7038900" cy="42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7"/>
              <a:t>Objetivos cumplidos:</a:t>
            </a:r>
            <a:endParaRPr sz="8007"/>
          </a:p>
          <a:p>
            <a:pPr marL="457200" lvl="0" indent="-35572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Análisis forense completo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 Vulnerabilidades explotadas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Acceso root conseguido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Vulnerabilidades corregidas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Plan de mejora a largo plazo</a:t>
            </a:r>
            <a:endParaRPr sz="80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7"/>
              <a:t>Principales aprendizajes:</a:t>
            </a:r>
            <a:endParaRPr sz="8007"/>
          </a:p>
          <a:p>
            <a:pPr marL="457200" lvl="0" indent="-35572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Las contraseñas débiles son el riesgo #1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La segmentación de red es clave</a:t>
            </a:r>
            <a:endParaRPr sz="8007"/>
          </a:p>
          <a:p>
            <a:pPr marL="457200" lvl="0" indent="-3557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8007"/>
              <a:t>La seguridad es un proceso, no un producto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Presentación en pantalla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Montserrat</vt:lpstr>
      <vt:lpstr>Roboto</vt:lpstr>
      <vt:lpstr>Lato</vt:lpstr>
      <vt:lpstr>Arial</vt:lpstr>
      <vt:lpstr>Focus</vt:lpstr>
      <vt:lpstr>PROYECTO FINAL DE CYBERSEGURIDAD  Análisis Forense, Explotación y Hardening de un Sistema Debian  </vt:lpstr>
      <vt:lpstr>ÍNDICE DE LA PRESENTACIÓN </vt:lpstr>
      <vt:lpstr>INTRODUCCIÓN Y OBJETIVOS </vt:lpstr>
      <vt:lpstr>FASE I: ANÁLISIS FORENSE INICIAL  </vt:lpstr>
      <vt:lpstr>PRINCIPALES HALLAZGOS (FASE I)</vt:lpstr>
      <vt:lpstr>FASE II: RED TEAM - EXPLOTACIÓN</vt:lpstr>
      <vt:lpstr>FASE II: BLUE TEAM - CORRECCIONES</vt:lpstr>
      <vt:lpstr>FASE III: ARQUITECTURA DE RED PROPUESTA</vt:lpstr>
      <vt:lpstr>FASE III: PLAN DE INCIDENTES Y SGSI</vt:lpstr>
      <vt:lpstr>CONCLUSIONES DEL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DE CYBERSEGURIDAD  Análisis Forense, Explotación y Hardening de un Sistema Debian  </dc:title>
  <cp:lastModifiedBy>ROMARIO MARCELO BORJA JIMENEZ</cp:lastModifiedBy>
  <cp:revision>1</cp:revision>
  <dcterms:modified xsi:type="dcterms:W3CDTF">2026-02-18T17:38:20Z</dcterms:modified>
</cp:coreProperties>
</file>